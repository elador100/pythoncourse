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  <p:sldMasterId id="2147483672" r:id="rId2"/>
  </p:sldMasterIdLst>
  <p:notesMasterIdLst>
    <p:notesMasterId r:id="rId18"/>
  </p:notesMasterIdLst>
  <p:sldIdLst>
    <p:sldId id="256" r:id="rId3"/>
    <p:sldId id="257" r:id="rId4"/>
    <p:sldId id="268" r:id="rId5"/>
    <p:sldId id="267" r:id="rId6"/>
    <p:sldId id="264" r:id="rId7"/>
    <p:sldId id="265" r:id="rId8"/>
    <p:sldId id="258" r:id="rId9"/>
    <p:sldId id="266" r:id="rId10"/>
    <p:sldId id="269" r:id="rId11"/>
    <p:sldId id="270" r:id="rId12"/>
    <p:sldId id="271" r:id="rId13"/>
    <p:sldId id="274" r:id="rId14"/>
    <p:sldId id="273" r:id="rId15"/>
    <p:sldId id="272" r:id="rId16"/>
    <p:sldId id="275" r:id="rId17"/>
  </p:sldIdLst>
  <p:sldSz cx="9144000" cy="5143500" type="screen16x9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A988D9AC-AF35-4001-A575-864AE631EEB1}">
          <p14:sldIdLst>
            <p14:sldId id="256"/>
            <p14:sldId id="257"/>
            <p14:sldId id="268"/>
            <p14:sldId id="267"/>
          </p14:sldIdLst>
        </p14:section>
        <p14:section name="server" id="{546EF72F-6E05-489E-BEB2-4A8FC046D545}">
          <p14:sldIdLst>
            <p14:sldId id="264"/>
            <p14:sldId id="265"/>
            <p14:sldId id="258"/>
            <p14:sldId id="266"/>
            <p14:sldId id="269"/>
            <p14:sldId id="270"/>
            <p14:sldId id="271"/>
            <p14:sldId id="274"/>
          </p14:sldIdLst>
        </p14:section>
        <p14:section name="Client side" id="{1AB9DA46-5A8E-4722-A6E9-EAE1C44FB2C0}">
          <p14:sldIdLst>
            <p14:sldId id="273"/>
            <p14:sldId id="272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8">
          <p15:clr>
            <a:srgbClr val="A4A3A4"/>
          </p15:clr>
        </p15:guide>
        <p15:guide id="2" orient="horz" pos="2825">
          <p15:clr>
            <a:srgbClr val="A4A3A4"/>
          </p15:clr>
        </p15:guide>
        <p15:guide id="3" orient="horz" pos="618">
          <p15:clr>
            <a:srgbClr val="A4A3A4"/>
          </p15:clr>
        </p15:guide>
        <p15:guide id="4" orient="horz" pos="89">
          <p15:clr>
            <a:srgbClr val="A4A3A4"/>
          </p15:clr>
        </p15:guide>
        <p15:guide id="5" pos="192">
          <p15:clr>
            <a:srgbClr val="A4A3A4"/>
          </p15:clr>
        </p15:guide>
        <p15:guide id="6" pos="5576">
          <p15:clr>
            <a:srgbClr val="A4A3A4"/>
          </p15:clr>
        </p15:guide>
        <p15:guide id="7" pos="1379">
          <p15:clr>
            <a:srgbClr val="A4A3A4"/>
          </p15:clr>
        </p15:guide>
        <p15:guide id="8" orient="horz" pos="491">
          <p15:clr>
            <a:srgbClr val="A4A3A4"/>
          </p15:clr>
        </p15:guide>
        <p15:guide id="9" pos="132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1A1"/>
    <a:srgbClr val="D1D8DD"/>
    <a:srgbClr val="189A82"/>
    <a:srgbClr val="EBEEF1"/>
    <a:srgbClr val="E4E8EC"/>
    <a:srgbClr val="D5DBE1"/>
    <a:srgbClr val="D3AF07"/>
    <a:srgbClr val="AA8F06"/>
    <a:srgbClr val="000000"/>
    <a:srgbClr val="3B5E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414A82-288A-3FA3-72EA-4D0ED82465B3}" v="266" dt="2019-03-03T12:09:45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סגנון ביניים 2 - הדגשה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סגנון ביניים 2 - הדגשה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26" y="498"/>
      </p:cViewPr>
      <p:guideLst>
        <p:guide orient="horz" pos="408"/>
        <p:guide orient="horz" pos="2825"/>
        <p:guide orient="horz" pos="618"/>
        <p:guide orient="horz" pos="89"/>
        <p:guide pos="192"/>
        <p:guide pos="5576"/>
        <p:guide pos="1379"/>
        <p:guide orient="horz" pos="491"/>
        <p:guide pos="132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tags" Target="tags/tag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TAN GRODSKY" userId="S::eytang@rnd-hub.com::7f0b0b2a-0897-45cd-a8d2-7851e4fcaeed" providerId="AD" clId="Web-{FC414A82-288A-3FA3-72EA-4D0ED82465B3}"/>
    <pc:docChg chg="modSld">
      <pc:chgData name="EYTAN GRODSKY" userId="S::eytang@rnd-hub.com::7f0b0b2a-0897-45cd-a8d2-7851e4fcaeed" providerId="AD" clId="Web-{FC414A82-288A-3FA3-72EA-4D0ED82465B3}" dt="2019-03-03T12:09:45.386" v="443" actId="20577"/>
      <pc:docMkLst>
        <pc:docMk/>
      </pc:docMkLst>
      <pc:sldChg chg="addSp delSp modSp">
        <pc:chgData name="EYTAN GRODSKY" userId="S::eytang@rnd-hub.com::7f0b0b2a-0897-45cd-a8d2-7851e4fcaeed" providerId="AD" clId="Web-{FC414A82-288A-3FA3-72EA-4D0ED82465B3}" dt="2019-03-03T12:02:24.077" v="58" actId="20577"/>
        <pc:sldMkLst>
          <pc:docMk/>
          <pc:sldMk cId="735195662" sldId="256"/>
        </pc:sldMkLst>
        <pc:spChg chg="mod">
          <ac:chgData name="EYTAN GRODSKY" userId="S::eytang@rnd-hub.com::7f0b0b2a-0897-45cd-a8d2-7851e4fcaeed" providerId="AD" clId="Web-{FC414A82-288A-3FA3-72EA-4D0ED82465B3}" dt="2019-03-03T12:01:24.811" v="25" actId="14100"/>
          <ac:spMkLst>
            <pc:docMk/>
            <pc:sldMk cId="735195662" sldId="256"/>
            <ac:spMk id="2" creationId="{00000000-0000-0000-0000-000000000000}"/>
          </ac:spMkLst>
        </pc:spChg>
        <pc:spChg chg="add del">
          <ac:chgData name="EYTAN GRODSKY" userId="S::eytang@rnd-hub.com::7f0b0b2a-0897-45cd-a8d2-7851e4fcaeed" providerId="AD" clId="Web-{FC414A82-288A-3FA3-72EA-4D0ED82465B3}" dt="2019-03-03T12:02:08.795" v="40"/>
          <ac:spMkLst>
            <pc:docMk/>
            <pc:sldMk cId="735195662" sldId="256"/>
            <ac:spMk id="3" creationId="{AF25392F-6045-4453-8806-A8F643D07C44}"/>
          </ac:spMkLst>
        </pc:spChg>
        <pc:spChg chg="mod">
          <ac:chgData name="EYTAN GRODSKY" userId="S::eytang@rnd-hub.com::7f0b0b2a-0897-45cd-a8d2-7851e4fcaeed" providerId="AD" clId="Web-{FC414A82-288A-3FA3-72EA-4D0ED82465B3}" dt="2019-03-03T12:02:24.077" v="58" actId="20577"/>
          <ac:spMkLst>
            <pc:docMk/>
            <pc:sldMk cId="735195662" sldId="256"/>
            <ac:spMk id="4" creationId="{00000000-0000-0000-0000-000000000000}"/>
          </ac:spMkLst>
        </pc:spChg>
      </pc:sldChg>
      <pc:sldChg chg="modSp">
        <pc:chgData name="EYTAN GRODSKY" userId="S::eytang@rnd-hub.com::7f0b0b2a-0897-45cd-a8d2-7851e4fcaeed" providerId="AD" clId="Web-{FC414A82-288A-3FA3-72EA-4D0ED82465B3}" dt="2019-03-03T12:02:30.420" v="67" actId="20577"/>
        <pc:sldMkLst>
          <pc:docMk/>
          <pc:sldMk cId="1591883312" sldId="257"/>
        </pc:sldMkLst>
        <pc:spChg chg="mod">
          <ac:chgData name="EYTAN GRODSKY" userId="S::eytang@rnd-hub.com::7f0b0b2a-0897-45cd-a8d2-7851e4fcaeed" providerId="AD" clId="Web-{FC414A82-288A-3FA3-72EA-4D0ED82465B3}" dt="2019-03-03T12:02:30.420" v="67" actId="20577"/>
          <ac:spMkLst>
            <pc:docMk/>
            <pc:sldMk cId="1591883312" sldId="257"/>
            <ac:spMk id="5" creationId="{00000000-0000-0000-0000-000000000000}"/>
          </ac:spMkLst>
        </pc:spChg>
      </pc:sldChg>
      <pc:sldChg chg="modSp">
        <pc:chgData name="EYTAN GRODSKY" userId="S::eytang@rnd-hub.com::7f0b0b2a-0897-45cd-a8d2-7851e4fcaeed" providerId="AD" clId="Web-{FC414A82-288A-3FA3-72EA-4D0ED82465B3}" dt="2019-03-03T12:09:45.386" v="442" actId="20577"/>
        <pc:sldMkLst>
          <pc:docMk/>
          <pc:sldMk cId="3205355790" sldId="258"/>
        </pc:sldMkLst>
        <pc:spChg chg="mod">
          <ac:chgData name="EYTAN GRODSKY" userId="S::eytang@rnd-hub.com::7f0b0b2a-0897-45cd-a8d2-7851e4fcaeed" providerId="AD" clId="Web-{FC414A82-288A-3FA3-72EA-4D0ED82465B3}" dt="2019-03-03T12:06:59.669" v="398" actId="20577"/>
          <ac:spMkLst>
            <pc:docMk/>
            <pc:sldMk cId="3205355790" sldId="258"/>
            <ac:spMk id="26626" creationId="{00000000-0000-0000-0000-000000000000}"/>
          </ac:spMkLst>
        </pc:spChg>
        <pc:spChg chg="mod">
          <ac:chgData name="EYTAN GRODSKY" userId="S::eytang@rnd-hub.com::7f0b0b2a-0897-45cd-a8d2-7851e4fcaeed" providerId="AD" clId="Web-{FC414A82-288A-3FA3-72EA-4D0ED82465B3}" dt="2019-03-03T12:09:45.386" v="442" actId="20577"/>
          <ac:spMkLst>
            <pc:docMk/>
            <pc:sldMk cId="3205355790" sldId="258"/>
            <ac:spMk id="2662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56F7BA-4CD1-4AC3-9F10-2653C874E9BB}" type="datetimeFigureOut">
              <a:rPr lang="en-US" smtClean="0"/>
              <a:t>3/12/2019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29724C-92B4-4293-ABCB-FBA9672B35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8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4412536" y="2674195"/>
            <a:ext cx="4194000" cy="449736"/>
          </a:xfrm>
        </p:spPr>
        <p:txBody>
          <a:bodyPr lIns="0" rIns="0" bIns="0" anchor="ctr" anchorCtr="0">
            <a:noAutofit/>
          </a:bodyPr>
          <a:lstStyle>
            <a:lvl1pPr algn="r" rtl="1">
              <a:defRPr sz="2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he-IL"/>
              <a:t>לחץ לעריכת שם המצגת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12535" y="3042608"/>
            <a:ext cx="4194000" cy="447210"/>
          </a:xfrm>
        </p:spPr>
        <p:txBody>
          <a:bodyPr lIns="0" tIns="0" rIns="0" bIns="0" anchor="ctr" anchorCtr="0">
            <a:noAutofit/>
          </a:bodyPr>
          <a:lstStyle>
            <a:lvl1pPr marL="0" indent="0" algn="r" rtl="1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לעריכת כותרת משנה/תאריך</a:t>
            </a:r>
            <a:endParaRPr lang="en-US"/>
          </a:p>
        </p:txBody>
      </p:sp>
      <p:grpSp>
        <p:nvGrpSpPr>
          <p:cNvPr id="2" name="Group 10"/>
          <p:cNvGrpSpPr/>
          <p:nvPr/>
        </p:nvGrpSpPr>
        <p:grpSpPr>
          <a:xfrm>
            <a:off x="310238" y="3224893"/>
            <a:ext cx="4914906" cy="1428750"/>
            <a:chOff x="485008" y="4311194"/>
            <a:chExt cx="6322750" cy="1921561"/>
          </a:xfrm>
        </p:grpSpPr>
        <p:pic>
          <p:nvPicPr>
            <p:cNvPr id="16" name="Picture 15" descr="עיגול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008" y="4605836"/>
              <a:ext cx="1194006" cy="1626919"/>
            </a:xfrm>
            <a:prstGeom prst="rect">
              <a:avLst/>
            </a:prstGeom>
          </p:spPr>
        </p:pic>
        <p:pic>
          <p:nvPicPr>
            <p:cNvPr id="17" name="Picture 16" descr="עיגול 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66619" y="4728053"/>
              <a:ext cx="1541139" cy="1028325"/>
            </a:xfrm>
            <a:prstGeom prst="rect">
              <a:avLst/>
            </a:prstGeom>
          </p:spPr>
        </p:pic>
        <p:pic>
          <p:nvPicPr>
            <p:cNvPr id="18" name="Picture 17" descr="TROPHY HV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6506" y="4620551"/>
              <a:ext cx="1853277" cy="1233702"/>
            </a:xfrm>
            <a:prstGeom prst="rect">
              <a:avLst/>
            </a:prstGeom>
          </p:spPr>
        </p:pic>
        <p:pic>
          <p:nvPicPr>
            <p:cNvPr id="19" name="Picture 18" descr="Picture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32600" y="4311194"/>
              <a:ext cx="1847917" cy="1734448"/>
            </a:xfrm>
            <a:prstGeom prst="rect">
              <a:avLst/>
            </a:prstGeom>
          </p:spPr>
        </p:pic>
      </p:grpSp>
      <p:pic>
        <p:nvPicPr>
          <p:cNvPr id="15" name="Picture 14" descr="כיפת ברזל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0654" y="3243872"/>
            <a:ext cx="784135" cy="106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6153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41764" y="3110613"/>
            <a:ext cx="2223656" cy="1031896"/>
          </a:xfrm>
        </p:spPr>
        <p:txBody>
          <a:bodyPr lIns="0" rIns="0" bIns="0" anchor="t" anchorCtr="0">
            <a:noAutofit/>
          </a:bodyPr>
          <a:lstStyle>
            <a:lvl1pPr algn="r" rtl="1">
              <a:defRPr sz="24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he-IL"/>
              <a:t>לחץ לעריכת כותרת חוצץ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175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63636" y="3221450"/>
            <a:ext cx="2212663" cy="374647"/>
          </a:xfrm>
        </p:spPr>
        <p:txBody>
          <a:bodyPr lIns="0" rIns="0" bIns="0" anchor="ctr" anchorCtr="0">
            <a:noAutofit/>
          </a:bodyPr>
          <a:lstStyle>
            <a:lvl1pPr algn="ctr" rtl="1">
              <a:defRPr sz="24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he-IL"/>
              <a:t>לחץ לעריכת כותרת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463635" y="3631421"/>
            <a:ext cx="2212663" cy="372543"/>
          </a:xfrm>
        </p:spPr>
        <p:txBody>
          <a:bodyPr lIns="0" tIns="0" rIns="0" bIns="0" anchor="ctr" anchorCtr="0">
            <a:noAutofit/>
          </a:bodyPr>
          <a:lstStyle>
            <a:lvl1pPr marL="0" indent="0" algn="ctr" rtl="1">
              <a:buNone/>
              <a:defRPr sz="1600" b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לעריכת תת כותרת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92538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74850" y="134360"/>
            <a:ext cx="5083175" cy="638175"/>
          </a:xfrm>
        </p:spPr>
        <p:txBody>
          <a:bodyPr vert="horz" lIns="90000" tIns="45720" rIns="91440" bIns="45720" rtlCol="0" anchor="ctr">
            <a:noAutofit/>
          </a:bodyPr>
          <a:lstStyle>
            <a:lvl1pPr>
              <a:defRPr lang="en-US"/>
            </a:lvl1pPr>
          </a:lstStyle>
          <a:p>
            <a:pPr lvl="0"/>
            <a:r>
              <a:rPr lang="he-IL"/>
              <a:t>לחץ לעריכת כותרת שקף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981076"/>
            <a:ext cx="8547099" cy="3503612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5171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30400" y="134360"/>
            <a:ext cx="5127624" cy="638175"/>
          </a:xfrm>
        </p:spPr>
        <p:txBody>
          <a:bodyPr vert="horz" lIns="90000" tIns="45720" rIns="91440" bIns="45720" rtlCol="0" anchor="ctr">
            <a:noAutofit/>
          </a:bodyPr>
          <a:lstStyle>
            <a:lvl1pPr>
              <a:defRPr lang="en-US"/>
            </a:lvl1pPr>
          </a:lstStyle>
          <a:p>
            <a:pPr lvl="0"/>
            <a:r>
              <a:rPr lang="he-IL"/>
              <a:t>לחץ לעריכת כותרת שקף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981075"/>
            <a:ext cx="4149724" cy="3503613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89474" y="981075"/>
            <a:ext cx="4162426" cy="3503613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847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97873" y="1413453"/>
            <a:ext cx="4158000" cy="3071235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88127" y="1405913"/>
            <a:ext cx="4158000" cy="3071235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30400" y="134360"/>
            <a:ext cx="5120698" cy="638175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לעריכת כותרת שקף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7873" y="981075"/>
            <a:ext cx="4158000" cy="418306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לעריכת כותרת משנה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88127" y="981075"/>
            <a:ext cx="4158000" cy="418306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לעריכת כותרת משנה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481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24049" y="127433"/>
            <a:ext cx="5133687" cy="634567"/>
          </a:xfrm>
        </p:spPr>
        <p:txBody>
          <a:bodyPr/>
          <a:lstStyle/>
          <a:p>
            <a:r>
              <a:rPr lang="he-IL"/>
              <a:t>לחץ לעריכת כותרת שקף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192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8145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4412536" y="2674195"/>
            <a:ext cx="4194000" cy="449736"/>
          </a:xfrm>
        </p:spPr>
        <p:txBody>
          <a:bodyPr lIns="0" rIns="0" bIns="0" anchor="ctr" anchorCtr="0">
            <a:noAutofit/>
          </a:bodyPr>
          <a:lstStyle>
            <a:lvl1pPr algn="r" rtl="1">
              <a:defRPr sz="2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he-IL"/>
              <a:t>לחץ לעריכת שם המצגת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12535" y="3042608"/>
            <a:ext cx="4194000" cy="447210"/>
          </a:xfrm>
        </p:spPr>
        <p:txBody>
          <a:bodyPr lIns="0" tIns="0" rIns="0" bIns="0" anchor="ctr" anchorCtr="0">
            <a:noAutofit/>
          </a:bodyPr>
          <a:lstStyle>
            <a:lvl1pPr marL="0" indent="0" algn="r" rtl="1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לעריכת כותרת משנה/תאריך</a:t>
            </a:r>
            <a:endParaRPr lang="en-US"/>
          </a:p>
        </p:txBody>
      </p:sp>
      <p:grpSp>
        <p:nvGrpSpPr>
          <p:cNvPr id="2" name="Group 10"/>
          <p:cNvGrpSpPr/>
          <p:nvPr/>
        </p:nvGrpSpPr>
        <p:grpSpPr>
          <a:xfrm>
            <a:off x="310238" y="3224893"/>
            <a:ext cx="4914906" cy="1428750"/>
            <a:chOff x="485008" y="4311194"/>
            <a:chExt cx="6322750" cy="1921561"/>
          </a:xfrm>
        </p:grpSpPr>
        <p:pic>
          <p:nvPicPr>
            <p:cNvPr id="16" name="Picture 15" descr="עיגול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008" y="4605836"/>
              <a:ext cx="1194006" cy="1626919"/>
            </a:xfrm>
            <a:prstGeom prst="rect">
              <a:avLst/>
            </a:prstGeom>
          </p:spPr>
        </p:pic>
        <p:pic>
          <p:nvPicPr>
            <p:cNvPr id="17" name="Picture 16" descr="עיגול 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66619" y="4728053"/>
              <a:ext cx="1541139" cy="1028325"/>
            </a:xfrm>
            <a:prstGeom prst="rect">
              <a:avLst/>
            </a:prstGeom>
          </p:spPr>
        </p:pic>
        <p:pic>
          <p:nvPicPr>
            <p:cNvPr id="18" name="Picture 17" descr="TROPHY HV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116506" y="4620551"/>
              <a:ext cx="1853277" cy="1233702"/>
            </a:xfrm>
            <a:prstGeom prst="rect">
              <a:avLst/>
            </a:prstGeom>
          </p:spPr>
        </p:pic>
        <p:pic>
          <p:nvPicPr>
            <p:cNvPr id="19" name="Picture 18" descr="Picture2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32600" y="4311194"/>
              <a:ext cx="1847917" cy="1734448"/>
            </a:xfrm>
            <a:prstGeom prst="rect">
              <a:avLst/>
            </a:prstGeom>
          </p:spPr>
        </p:pic>
      </p:grpSp>
      <p:pic>
        <p:nvPicPr>
          <p:cNvPr id="15" name="Picture 14" descr="כיפת ברזל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0654" y="3243872"/>
            <a:ext cx="784135" cy="106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16153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41764" y="3110613"/>
            <a:ext cx="2223656" cy="1031896"/>
          </a:xfrm>
        </p:spPr>
        <p:txBody>
          <a:bodyPr lIns="0" rIns="0" bIns="0" anchor="t" anchorCtr="0">
            <a:noAutofit/>
          </a:bodyPr>
          <a:lstStyle>
            <a:lvl1pPr algn="r" rtl="1">
              <a:defRPr sz="24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he-IL"/>
              <a:t>לחץ לעריכת כותרת חוצץ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175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4360"/>
            <a:ext cx="6753225" cy="638175"/>
          </a:xfrm>
        </p:spPr>
        <p:txBody>
          <a:bodyPr vert="horz" lIns="90000" tIns="45720" rIns="91440" bIns="45720" rtlCol="0" anchor="ctr">
            <a:noAutofit/>
          </a:bodyPr>
          <a:lstStyle>
            <a:lvl1pPr>
              <a:defRPr lang="en-US"/>
            </a:lvl1pPr>
          </a:lstStyle>
          <a:p>
            <a:pPr lvl="0"/>
            <a:r>
              <a:rPr lang="he-IL"/>
              <a:t>לחץ לעריכת כותרת שקף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981076"/>
            <a:ext cx="8547099" cy="3503612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5171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4360"/>
            <a:ext cx="6753224" cy="638175"/>
          </a:xfrm>
        </p:spPr>
        <p:txBody>
          <a:bodyPr vert="horz" lIns="90000" tIns="45720" rIns="91440" bIns="45720" rtlCol="0" anchor="ctr">
            <a:noAutofit/>
          </a:bodyPr>
          <a:lstStyle>
            <a:lvl1pPr>
              <a:defRPr lang="en-US"/>
            </a:lvl1pPr>
          </a:lstStyle>
          <a:p>
            <a:pPr lvl="0"/>
            <a:r>
              <a:rPr lang="he-IL"/>
              <a:t>לחץ לעריכת כותרת שקף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981075"/>
            <a:ext cx="4149724" cy="3503613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89474" y="981075"/>
            <a:ext cx="4162426" cy="3503613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847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97873" y="1413453"/>
            <a:ext cx="4158000" cy="3071235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88127" y="1405913"/>
            <a:ext cx="4158000" cy="3071235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7873" y="134360"/>
            <a:ext cx="6753225" cy="638175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לעריכת כותרת שקף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7873" y="981075"/>
            <a:ext cx="4158000" cy="418306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לעריכת כותרת משנה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88127" y="981075"/>
            <a:ext cx="4158000" cy="418306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לעריכת כותרת משנה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481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bg>
      <p:bgPr>
        <a:blipFill dpi="0"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 hasCustomPrompt="1"/>
          </p:nvPr>
        </p:nvSpPr>
        <p:spPr>
          <a:xfrm>
            <a:off x="4412536" y="2674195"/>
            <a:ext cx="4194000" cy="449736"/>
          </a:xfrm>
        </p:spPr>
        <p:txBody>
          <a:bodyPr lIns="0" rIns="0" bIns="0" anchor="ctr" anchorCtr="0">
            <a:noAutofit/>
          </a:bodyPr>
          <a:lstStyle>
            <a:lvl1pPr algn="r" rtl="1">
              <a:defRPr sz="2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he-IL"/>
              <a:t>לחץ לעריכת שם המצגת</a:t>
            </a:r>
            <a:endParaRPr lang="en-US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412535" y="3042608"/>
            <a:ext cx="4194000" cy="447210"/>
          </a:xfrm>
        </p:spPr>
        <p:txBody>
          <a:bodyPr lIns="0" tIns="0" rIns="0" bIns="0" anchor="ctr" anchorCtr="0">
            <a:noAutofit/>
          </a:bodyPr>
          <a:lstStyle>
            <a:lvl1pPr marL="0" indent="0" algn="r" rtl="1">
              <a:buNone/>
              <a:defRPr sz="1400" b="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לעריכת כותרת משנה/תאריך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16153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41764" y="3110613"/>
            <a:ext cx="2223656" cy="1031896"/>
          </a:xfrm>
        </p:spPr>
        <p:txBody>
          <a:bodyPr lIns="0" rIns="0" bIns="0" anchor="t" anchorCtr="0">
            <a:noAutofit/>
          </a:bodyPr>
          <a:lstStyle>
            <a:lvl1pPr algn="r" rtl="1">
              <a:defRPr sz="24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he-IL"/>
              <a:t>לחץ לעריכת כותרת חוצץ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175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4360"/>
            <a:ext cx="6753225" cy="638175"/>
          </a:xfrm>
        </p:spPr>
        <p:txBody>
          <a:bodyPr vert="horz" lIns="90000" tIns="45720" rIns="91440" bIns="45720" rtlCol="0" anchor="ctr">
            <a:noAutofit/>
          </a:bodyPr>
          <a:lstStyle>
            <a:lvl1pPr>
              <a:defRPr lang="en-US"/>
            </a:lvl1pPr>
          </a:lstStyle>
          <a:p>
            <a:pPr lvl="0"/>
            <a:r>
              <a:rPr lang="he-IL"/>
              <a:t>לחץ לעריכת כותרת שקף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981076"/>
            <a:ext cx="8547099" cy="3503612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51711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4800" y="134360"/>
            <a:ext cx="6753224" cy="638175"/>
          </a:xfrm>
        </p:spPr>
        <p:txBody>
          <a:bodyPr vert="horz" lIns="90000" tIns="45720" rIns="91440" bIns="45720" rtlCol="0" anchor="ctr">
            <a:noAutofit/>
          </a:bodyPr>
          <a:lstStyle>
            <a:lvl1pPr>
              <a:defRPr lang="en-US"/>
            </a:lvl1pPr>
          </a:lstStyle>
          <a:p>
            <a:pPr lvl="0"/>
            <a:r>
              <a:rPr lang="he-IL"/>
              <a:t>לחץ לעריכת כותרת שקף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981075"/>
            <a:ext cx="4149724" cy="3503613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89474" y="981075"/>
            <a:ext cx="4162426" cy="3503613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18476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97873" y="1413453"/>
            <a:ext cx="4158000" cy="3071235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88127" y="1405913"/>
            <a:ext cx="4158000" cy="3071235"/>
          </a:xfrm>
        </p:spPr>
        <p:txBody>
          <a:bodyPr vert="horz" lIns="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</a:lstStyle>
          <a:p>
            <a:pPr lvl="0"/>
            <a:r>
              <a:rPr lang="he-IL"/>
              <a:t>לחץ לעריכת תוכן</a:t>
            </a:r>
            <a:endParaRPr lang="en-US"/>
          </a:p>
          <a:p>
            <a:pPr lvl="1"/>
            <a:r>
              <a:rPr lang="he-IL"/>
              <a:t>רמה שנייה</a:t>
            </a:r>
            <a:endParaRPr lang="en-US"/>
          </a:p>
          <a:p>
            <a:pPr lvl="2"/>
            <a:r>
              <a:rPr lang="he-IL"/>
              <a:t>רמה שלישית</a:t>
            </a:r>
            <a:endParaRPr lang="en-US"/>
          </a:p>
          <a:p>
            <a:pPr lvl="3"/>
            <a:r>
              <a:rPr lang="he-IL"/>
              <a:t>רמה רביעית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7873" y="134360"/>
            <a:ext cx="6753225" cy="638175"/>
          </a:xfrm>
        </p:spPr>
        <p:txBody>
          <a:bodyPr/>
          <a:lstStyle>
            <a:lvl1pPr>
              <a:defRPr/>
            </a:lvl1pPr>
          </a:lstStyle>
          <a:p>
            <a:r>
              <a:rPr lang="he-IL"/>
              <a:t>לחץ לעריכת כותרת שקף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97873" y="981075"/>
            <a:ext cx="4158000" cy="418306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לעריכת כותרת משנה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88127" y="981075"/>
            <a:ext cx="4158000" cy="418306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לעריכת כותרת משנה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4813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bg>
      <p:bgPr>
        <a:blipFill dpi="0"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41764" y="3110613"/>
            <a:ext cx="2223656" cy="1031896"/>
          </a:xfrm>
          <a:prstGeom prst="rect">
            <a:avLst/>
          </a:prstGeom>
        </p:spPr>
        <p:txBody>
          <a:bodyPr lIns="0" rIns="0" bIns="0" anchor="t" anchorCtr="0">
            <a:noAutofit/>
          </a:bodyPr>
          <a:lstStyle>
            <a:lvl1pPr algn="r" rtl="1">
              <a:defRPr sz="2400" b="0">
                <a:solidFill>
                  <a:srgbClr val="0061A1"/>
                </a:solidFill>
                <a:latin typeface="+mj-lt"/>
                <a:cs typeface="+mn-cs"/>
              </a:defRPr>
            </a:lvl1pPr>
          </a:lstStyle>
          <a:p>
            <a:r>
              <a:rPr lang="he-IL"/>
              <a:t>לחץ לעריכת כותרת חוצץ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21751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gi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87980" y="134360"/>
            <a:ext cx="4176684" cy="634567"/>
          </a:xfrm>
          <a:prstGeom prst="rect">
            <a:avLst/>
          </a:prstGeom>
        </p:spPr>
        <p:txBody>
          <a:bodyPr vert="horz" lIns="9000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81076"/>
            <a:ext cx="8547099" cy="3503612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9009" y="4687652"/>
            <a:ext cx="25289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 rtl="1">
              <a:defRPr sz="1000" b="0">
                <a:solidFill>
                  <a:schemeClr val="tx1"/>
                </a:solidFill>
                <a:latin typeface="+mj-lt"/>
              </a:defRPr>
            </a:lvl1pPr>
          </a:lstStyle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Box 14"/>
          <p:cNvSpPr txBox="1">
            <a:spLocks noChangeArrowheads="1"/>
          </p:cNvSpPr>
          <p:nvPr userDrawn="1"/>
        </p:nvSpPr>
        <p:spPr bwMode="auto">
          <a:xfrm>
            <a:off x="2887663" y="4779318"/>
            <a:ext cx="3384550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e-IL" sz="900">
                <a:solidFill>
                  <a:schemeClr val="bg1">
                    <a:lumMod val="50000"/>
                  </a:schemeClr>
                </a:solidFill>
                <a:cs typeface="+mn-cs"/>
              </a:rPr>
              <a:t>קניין רפאל - מערכות לחימה מתקדמות בע"מ</a:t>
            </a:r>
            <a:endParaRPr lang="pt-BR" sz="900">
              <a:solidFill>
                <a:schemeClr val="bg1">
                  <a:lumMod val="50000"/>
                </a:schemeClr>
              </a:solidFill>
              <a:cs typeface="+mn-cs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 userDrawn="1"/>
        </p:nvSpPr>
        <p:spPr bwMode="auto">
          <a:xfrm>
            <a:off x="2887660" y="0"/>
            <a:ext cx="3384550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e-IL" sz="900">
                <a:solidFill>
                  <a:schemeClr val="bg1">
                    <a:lumMod val="50000"/>
                  </a:schemeClr>
                </a:solidFill>
                <a:cs typeface="+mn-cs"/>
              </a:rPr>
              <a:t>בלמ"ס</a:t>
            </a:r>
            <a:endParaRPr lang="pt-BR" sz="900">
              <a:solidFill>
                <a:schemeClr val="bg1">
                  <a:lumMod val="50000"/>
                </a:schemeClr>
              </a:solidFill>
              <a:cs typeface="+mn-cs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 userDrawn="1"/>
        </p:nvSpPr>
        <p:spPr bwMode="auto">
          <a:xfrm>
            <a:off x="297180" y="4810118"/>
            <a:ext cx="1754457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r" rtl="0">
              <a:spcBef>
                <a:spcPct val="50000"/>
              </a:spcBef>
            </a:pPr>
            <a:r>
              <a:rPr lang="he-IL" sz="900">
                <a:solidFill>
                  <a:schemeClr val="bg1">
                    <a:lumMod val="50000"/>
                  </a:schemeClr>
                </a:solidFill>
                <a:cs typeface="+mn-cs"/>
              </a:rPr>
              <a:t>סימוכין: </a:t>
            </a:r>
            <a:endParaRPr lang="pt-BR" sz="900">
              <a:solidFill>
                <a:schemeClr val="bg1">
                  <a:lumMod val="50000"/>
                </a:schemeClr>
              </a:solidFill>
              <a:cs typeface="+mn-cs"/>
            </a:endParaRPr>
          </a:p>
        </p:txBody>
      </p:sp>
      <p:pic>
        <p:nvPicPr>
          <p:cNvPr id="4" name="Picture 2" descr="U:\CARMELA\סמלים\חטיבת מופ והנדסה - מפה\חטיבת מופ והנדסה - עברית.gif"/>
          <p:cNvPicPr>
            <a:picLocks noChangeAspect="1" noChangeArrowheads="1"/>
          </p:cNvPicPr>
          <p:nvPr userDrawn="1"/>
        </p:nvPicPr>
        <p:blipFill>
          <a:blip r:embed="rId21"/>
          <a:srcRect b="15089"/>
          <a:stretch>
            <a:fillRect/>
          </a:stretch>
        </p:blipFill>
        <p:spPr bwMode="auto">
          <a:xfrm>
            <a:off x="174625" y="369095"/>
            <a:ext cx="1980000" cy="1650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4948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49" r:id="rId14"/>
    <p:sldLayoutId id="2147483656" r:id="rId15"/>
    <p:sldLayoutId id="2147483650" r:id="rId16"/>
    <p:sldLayoutId id="2147483652" r:id="rId17"/>
    <p:sldLayoutId id="2147483653" r:id="rId18"/>
  </p:sldLayoutIdLst>
  <p:transition/>
  <p:hf hdr="0" ftr="0" dt="0"/>
  <p:txStyles>
    <p:titleStyle>
      <a:lvl1pPr algn="r" defTabSz="914400" rtl="1" eaLnBrk="1" latinLnBrk="0" hangingPunct="1">
        <a:spcBef>
          <a:spcPct val="0"/>
        </a:spcBef>
        <a:buNone/>
        <a:defRPr sz="24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9388" indent="-179388" algn="r" defTabSz="914400" rtl="1" eaLnBrk="1" latinLnBrk="0" hangingPunct="1">
        <a:spcBef>
          <a:spcPts val="1200"/>
        </a:spcBef>
        <a:buClr>
          <a:schemeClr val="accent1"/>
        </a:buClr>
        <a:buSz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60363" indent="-180975" algn="r" defTabSz="914400" rtl="1" eaLnBrk="1" latinLnBrk="0" hangingPunct="1">
        <a:spcBef>
          <a:spcPts val="1200"/>
        </a:spcBef>
        <a:buClr>
          <a:schemeClr val="accent2"/>
        </a:buClr>
        <a:buSzTx/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179388" algn="r" defTabSz="914400" rtl="1" eaLnBrk="1" latinLnBrk="0" hangingPunct="1">
        <a:spcBef>
          <a:spcPts val="1200"/>
        </a:spcBef>
        <a:buClr>
          <a:schemeClr val="accent1"/>
        </a:buClr>
        <a:buSzTx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725" indent="-180975" algn="r" defTabSz="914400" rtl="1" eaLnBrk="1" latinLnBrk="0" hangingPunct="1">
        <a:spcBef>
          <a:spcPts val="1200"/>
        </a:spcBef>
        <a:buClr>
          <a:schemeClr val="accent2"/>
        </a:buClr>
        <a:buSzTx/>
        <a:buFont typeface="Arial" panose="020B060402020202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9009" y="4687652"/>
            <a:ext cx="25289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 rtl="1">
              <a:defRPr sz="1000" b="0">
                <a:solidFill>
                  <a:schemeClr val="tx1"/>
                </a:solidFill>
                <a:latin typeface="+mj-lt"/>
              </a:defRPr>
            </a:lvl1pPr>
          </a:lstStyle>
          <a:p>
            <a:fld id="{915BC413-7E99-4ACB-B45A-2066C78CC5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Box 14"/>
          <p:cNvSpPr txBox="1">
            <a:spLocks noChangeArrowheads="1"/>
          </p:cNvSpPr>
          <p:nvPr userDrawn="1"/>
        </p:nvSpPr>
        <p:spPr bwMode="auto">
          <a:xfrm>
            <a:off x="586582" y="4842818"/>
            <a:ext cx="3384550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he-IL" sz="900">
                <a:solidFill>
                  <a:schemeClr val="bg1">
                    <a:lumMod val="50000"/>
                  </a:schemeClr>
                </a:solidFill>
                <a:cs typeface="+mn-cs"/>
              </a:rPr>
              <a:t>קניין רפאל - מערכות לחימה מתקדמות בע"מ</a:t>
            </a:r>
            <a:endParaRPr lang="pt-BR" sz="900">
              <a:solidFill>
                <a:schemeClr val="bg1">
                  <a:lumMod val="50000"/>
                </a:schemeClr>
              </a:solidFill>
              <a:cs typeface="+mn-cs"/>
            </a:endParaRPr>
          </a:p>
        </p:txBody>
      </p:sp>
      <p:sp>
        <p:nvSpPr>
          <p:cNvPr id="6" name="Text Box 14"/>
          <p:cNvSpPr txBox="1">
            <a:spLocks noChangeArrowheads="1"/>
          </p:cNvSpPr>
          <p:nvPr userDrawn="1"/>
        </p:nvSpPr>
        <p:spPr bwMode="auto">
          <a:xfrm>
            <a:off x="1129554" y="0"/>
            <a:ext cx="3273398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he-IL" sz="900">
                <a:solidFill>
                  <a:schemeClr val="bg1">
                    <a:lumMod val="50000"/>
                  </a:schemeClr>
                </a:solidFill>
                <a:cs typeface="+mn-cs"/>
              </a:rPr>
              <a:t>בלמ"ס</a:t>
            </a:r>
            <a:endParaRPr lang="pt-BR" sz="900">
              <a:solidFill>
                <a:schemeClr val="bg1">
                  <a:lumMod val="50000"/>
                </a:schemeClr>
              </a:solidFill>
              <a:cs typeface="+mn-cs"/>
            </a:endParaRPr>
          </a:p>
        </p:txBody>
      </p:sp>
      <p:sp>
        <p:nvSpPr>
          <p:cNvPr id="7" name="Text Box 14"/>
          <p:cNvSpPr txBox="1">
            <a:spLocks noChangeArrowheads="1"/>
          </p:cNvSpPr>
          <p:nvPr userDrawn="1"/>
        </p:nvSpPr>
        <p:spPr bwMode="auto">
          <a:xfrm>
            <a:off x="30737" y="4840996"/>
            <a:ext cx="1133045" cy="23083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r" rtl="0">
              <a:spcBef>
                <a:spcPct val="50000"/>
              </a:spcBef>
            </a:pPr>
            <a:r>
              <a:rPr lang="he-IL" sz="900">
                <a:solidFill>
                  <a:schemeClr val="bg1">
                    <a:lumMod val="50000"/>
                  </a:schemeClr>
                </a:solidFill>
                <a:cs typeface="+mn-cs"/>
              </a:rPr>
              <a:t>סימוכין: </a:t>
            </a:r>
            <a:endParaRPr lang="pt-BR" sz="900">
              <a:solidFill>
                <a:schemeClr val="bg1">
                  <a:lumMod val="50000"/>
                </a:schemeClr>
              </a:solidFill>
              <a:cs typeface="+mn-cs"/>
            </a:endParaRPr>
          </a:p>
        </p:txBody>
      </p:sp>
      <p:pic>
        <p:nvPicPr>
          <p:cNvPr id="8" name="Picture 2" descr="U:\CARMELA\סמלים\חטיבת מופ והנדסה - מפה\חטיבת מופ והנדסה - עברית.gif"/>
          <p:cNvPicPr>
            <a:picLocks noChangeAspect="1" noChangeArrowheads="1"/>
          </p:cNvPicPr>
          <p:nvPr userDrawn="1"/>
        </p:nvPicPr>
        <p:blipFill>
          <a:blip r:embed="rId3"/>
          <a:srcRect b="15089"/>
          <a:stretch>
            <a:fillRect/>
          </a:stretch>
        </p:blipFill>
        <p:spPr bwMode="auto">
          <a:xfrm>
            <a:off x="1776253" y="369095"/>
            <a:ext cx="1980000" cy="165097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ransition/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he.wikipedia.org/wiki/2000" TargetMode="External"/><Relationship Id="rId2" Type="http://schemas.openxmlformats.org/officeDocument/2006/relationships/hyperlink" Target="https://he.wikipedia.org/w/index.php?title=%D7%A8%D7%95%D7%99_%D7%A4%D7%99%D7%9C%D7%93%D7%99%D7%A0%D7%92&amp;action=edit&amp;redlink=1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he.wikipedia.org/wiki/HTTP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3983912" y="2674195"/>
            <a:ext cx="4622624" cy="449736"/>
          </a:xfrm>
        </p:spPr>
        <p:txBody>
          <a:bodyPr/>
          <a:lstStyle/>
          <a:p>
            <a:r>
              <a:rPr lang="en-US" err="1"/>
              <a:t>קורס</a:t>
            </a:r>
            <a:r>
              <a:rPr lang="en-US"/>
              <a:t> </a:t>
            </a:r>
            <a:r>
              <a:rPr lang="en-US" err="1"/>
              <a:t>פייתון</a:t>
            </a:r>
            <a:r>
              <a:rPr lang="en-US"/>
              <a:t> </a:t>
            </a:r>
            <a:r>
              <a:rPr lang="en-US" err="1"/>
              <a:t>לתחום</a:t>
            </a:r>
            <a:r>
              <a:rPr lang="en-US"/>
              <a:t> </a:t>
            </a:r>
            <a:r>
              <a:rPr lang="en-US" err="1"/>
              <a:t>הנדסת</a:t>
            </a:r>
            <a:r>
              <a:rPr lang="en-US"/>
              <a:t> </a:t>
            </a:r>
            <a:r>
              <a:rPr lang="en-US" err="1"/>
              <a:t>בדיקות</a:t>
            </a:r>
            <a:r>
              <a:rPr lang="en-US"/>
              <a:t> </a:t>
            </a:r>
            <a:r>
              <a:rPr lang="en-US" err="1"/>
              <a:t>בינת</a:t>
            </a:r>
            <a:r>
              <a:rPr lang="en-US"/>
              <a:t> </a:t>
            </a:r>
            <a:r>
              <a:rPr lang="en-US" err="1"/>
              <a:t>קרב</a:t>
            </a:r>
          </a:p>
        </p:txBody>
      </p:sp>
      <p:sp>
        <p:nvSpPr>
          <p:cNvPr id="4" name="כותרת משנה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REST , 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195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cs typeface="Arial"/>
              </a:rPr>
              <a:t>REST API </a:t>
            </a:r>
            <a:endParaRPr lang="he-IL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907" y="0"/>
            <a:ext cx="473029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833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REST</a:t>
            </a:r>
            <a:r>
              <a:rPr lang="en-US" dirty="0"/>
              <a:t> </a:t>
            </a:r>
            <a:r>
              <a:rPr lang="he-IL" dirty="0" smtClean="0"/>
              <a:t> - </a:t>
            </a:r>
            <a:r>
              <a:rPr lang="en-US" b="1" dirty="0" err="1" smtClean="0"/>
              <a:t>RE</a:t>
            </a:r>
            <a:r>
              <a:rPr lang="en-US" dirty="0" err="1" smtClean="0"/>
              <a:t>presentational</a:t>
            </a:r>
            <a:r>
              <a:rPr lang="en-US" dirty="0" smtClean="0"/>
              <a:t> </a:t>
            </a:r>
            <a:r>
              <a:rPr lang="en-US" b="1" dirty="0"/>
              <a:t>S</a:t>
            </a:r>
            <a:r>
              <a:rPr lang="en-US" dirty="0"/>
              <a:t>tate </a:t>
            </a:r>
            <a:r>
              <a:rPr lang="en-US" b="1" dirty="0" smtClean="0"/>
              <a:t>T</a:t>
            </a:r>
            <a:r>
              <a:rPr lang="en-US" dirty="0" smtClean="0"/>
              <a:t>ransfer</a:t>
            </a:r>
            <a:endParaRPr lang="he-IL" dirty="0" smtClean="0"/>
          </a:p>
          <a:p>
            <a:r>
              <a:rPr lang="he-IL" dirty="0"/>
              <a:t>המושג הוצג לראשונה על ידי </a:t>
            </a:r>
            <a:r>
              <a:rPr lang="he-IL" dirty="0">
                <a:hlinkClick r:id="rId2" tooltip="רוי פילדינג (הדף אינו קיים)"/>
              </a:rPr>
              <a:t>רוי </a:t>
            </a:r>
            <a:r>
              <a:rPr lang="he-IL" dirty="0" err="1">
                <a:hlinkClick r:id="rId2" tooltip="רוי פילדינג (הדף אינו קיים)"/>
              </a:rPr>
              <a:t>פילדינג</a:t>
            </a:r>
            <a:r>
              <a:rPr lang="he-IL" dirty="0"/>
              <a:t> בשנת </a:t>
            </a:r>
            <a:r>
              <a:rPr lang="he-IL" dirty="0">
                <a:hlinkClick r:id="rId3" tooltip="2000"/>
              </a:rPr>
              <a:t>2000</a:t>
            </a:r>
            <a:r>
              <a:rPr lang="he-IL" dirty="0"/>
              <a:t> במסגרת עבודת הדוקטורט שלו</a:t>
            </a:r>
            <a:r>
              <a:rPr lang="he-IL" dirty="0" smtClean="0"/>
              <a:t>.</a:t>
            </a:r>
          </a:p>
          <a:p>
            <a:r>
              <a:rPr lang="he-IL" dirty="0" smtClean="0"/>
              <a:t> </a:t>
            </a:r>
            <a:r>
              <a:rPr lang="he-IL" dirty="0" err="1"/>
              <a:t>פילדינג</a:t>
            </a:r>
            <a:r>
              <a:rPr lang="he-IL" dirty="0"/>
              <a:t> הוא אחד המחברים העיקריים של פרוטוקול </a:t>
            </a:r>
            <a:r>
              <a:rPr lang="en-US" dirty="0"/>
              <a:t>,</a:t>
            </a:r>
            <a:r>
              <a:rPr lang="en-US" dirty="0" smtClean="0"/>
              <a:t> </a:t>
            </a:r>
            <a:r>
              <a:rPr lang="en-US" dirty="0" smtClean="0">
                <a:hlinkClick r:id="rId4" tooltip="HTTP"/>
              </a:rPr>
              <a:t>HTTP</a:t>
            </a:r>
            <a:r>
              <a:rPr lang="he-IL" dirty="0" smtClean="0"/>
              <a:t>שתחתיו </a:t>
            </a:r>
            <a:r>
              <a:rPr lang="he-IL" dirty="0"/>
              <a:t>מתבצעים מימושי </a:t>
            </a:r>
            <a:r>
              <a:rPr lang="en-US" dirty="0"/>
              <a:t>REST </a:t>
            </a:r>
            <a:r>
              <a:rPr lang="he-IL" dirty="0" smtClean="0"/>
              <a:t> ברוב </a:t>
            </a:r>
            <a:r>
              <a:rPr lang="he-IL" dirty="0"/>
              <a:t>המקרים.</a:t>
            </a:r>
            <a:r>
              <a:rPr lang="he-IL" dirty="0" smtClean="0"/>
              <a:t> </a:t>
            </a:r>
          </a:p>
          <a:p>
            <a:r>
              <a:rPr lang="en-US" dirty="0"/>
              <a:t> REST </a:t>
            </a:r>
            <a:r>
              <a:rPr lang="he-IL" dirty="0"/>
              <a:t>מגדיר לכל קליינט (למשל </a:t>
            </a:r>
            <a:r>
              <a:rPr lang="en-US" dirty="0"/>
              <a:t>JavaScript </a:t>
            </a:r>
            <a:r>
              <a:rPr lang="he-IL" dirty="0"/>
              <a:t>שרץ בדפדפן) דרך לתקשר עם שרת.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810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4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668619" y="2235942"/>
            <a:ext cx="1775404" cy="98114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Client </a:t>
            </a:r>
          </a:p>
          <a:p>
            <a:pPr algn="ctr"/>
            <a:r>
              <a:rPr lang="he-IL" dirty="0" smtClean="0"/>
              <a:t>(דפדפן אפליקציה וכד</a:t>
            </a:r>
            <a:r>
              <a:rPr lang="he-IL" dirty="0"/>
              <a:t>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3444022" y="2382778"/>
            <a:ext cx="234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784022" y="2232604"/>
            <a:ext cx="1775404" cy="98114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/>
              <a:t>Server</a:t>
            </a:r>
          </a:p>
          <a:p>
            <a:pPr algn="ctr"/>
            <a:r>
              <a:rPr lang="en-US" dirty="0" smtClean="0"/>
              <a:t>(</a:t>
            </a:r>
            <a:r>
              <a:rPr lang="en-US" dirty="0" err="1" smtClean="0"/>
              <a:t>nginx,apache</a:t>
            </a:r>
            <a:r>
              <a:rPr lang="en-US" dirty="0" smtClean="0"/>
              <a:t> ..)</a:t>
            </a:r>
            <a:endParaRPr lang="he-IL" dirty="0"/>
          </a:p>
        </p:txBody>
      </p:sp>
      <p:sp>
        <p:nvSpPr>
          <p:cNvPr id="12" name="TextBox 11"/>
          <p:cNvSpPr txBox="1"/>
          <p:nvPr/>
        </p:nvSpPr>
        <p:spPr>
          <a:xfrm>
            <a:off x="3648202" y="2044224"/>
            <a:ext cx="19316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 </a:t>
            </a:r>
            <a:r>
              <a:rPr lang="en-US" sz="1600" dirty="0" smtClean="0"/>
              <a:t>HTTP </a:t>
            </a:r>
            <a:r>
              <a:rPr lang="he-IL" sz="1600" dirty="0" smtClean="0"/>
              <a:t>שליחת בקשת</a:t>
            </a:r>
            <a:endParaRPr lang="he-IL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3648202" y="2797325"/>
            <a:ext cx="1931640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600" dirty="0"/>
              <a:t> </a:t>
            </a:r>
            <a:r>
              <a:rPr lang="en-US" sz="1600" dirty="0" smtClean="0"/>
              <a:t>HTTP </a:t>
            </a:r>
            <a:r>
              <a:rPr lang="he-IL" sz="1600" dirty="0" smtClean="0"/>
              <a:t>החזרת תגובה</a:t>
            </a:r>
            <a:endParaRPr lang="he-IL" sz="1600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444022" y="3135879"/>
            <a:ext cx="23400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4561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2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</a:t>
            </a:r>
            <a:endParaRPr lang="he-IL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r>
              <a:rPr lang="he-IL" dirty="0" smtClean="0"/>
              <a:t> נועדה </a:t>
            </a:r>
            <a:r>
              <a:rPr lang="he-IL" dirty="0"/>
              <a:t>למשוך מידע </a:t>
            </a:r>
            <a:r>
              <a:rPr lang="he-IL" dirty="0" smtClean="0"/>
              <a:t>מהשרת</a:t>
            </a:r>
          </a:p>
          <a:p>
            <a:pPr marL="179070" indent="-179070"/>
            <a:r>
              <a:rPr lang="he-IL" dirty="0" smtClean="0"/>
              <a:t>ניתן </a:t>
            </a:r>
            <a:r>
              <a:rPr lang="he-IL" dirty="0"/>
              <a:t>להעביר סדרה מצומצמת יחסית </a:t>
            </a:r>
            <a:r>
              <a:rPr lang="he-IL" dirty="0" smtClean="0"/>
              <a:t>של </a:t>
            </a:r>
            <a:r>
              <a:rPr lang="he-IL" dirty="0"/>
              <a:t>פרמטרים עם ערכים בשורת </a:t>
            </a:r>
            <a:r>
              <a:rPr lang="he-IL" dirty="0" smtClean="0"/>
              <a:t>ה</a:t>
            </a:r>
            <a:r>
              <a:rPr lang="en-GB" dirty="0" smtClean="0"/>
              <a:t>URI </a:t>
            </a:r>
            <a:r>
              <a:rPr lang="he-IL" dirty="0" smtClean="0"/>
              <a:t>ב-(</a:t>
            </a:r>
            <a:r>
              <a:rPr lang="en-GB" dirty="0" smtClean="0"/>
              <a:t>Query String</a:t>
            </a:r>
            <a:r>
              <a:rPr lang="he-IL" dirty="0" smtClean="0"/>
              <a:t>)</a:t>
            </a:r>
            <a:r>
              <a:rPr lang="he-IL" dirty="0" smtClean="0"/>
              <a:t>,</a:t>
            </a:r>
          </a:p>
          <a:p>
            <a:pPr marL="0" indent="0">
              <a:buNone/>
            </a:pPr>
            <a:r>
              <a:rPr lang="he-IL" dirty="0"/>
              <a:t> </a:t>
            </a:r>
            <a:r>
              <a:rPr lang="he-IL" dirty="0" smtClean="0"/>
              <a:t>שם </a:t>
            </a:r>
            <a:r>
              <a:rPr lang="he-IL" dirty="0"/>
              <a:t>ניתן לציין ערכים לפרמטרים שהלקוח מניח שהשרת יכיר ומצפה לערכים אלו, כגון טווח </a:t>
            </a:r>
            <a:r>
              <a:rPr lang="he-IL" dirty="0" smtClean="0"/>
              <a:t>                   תאריכים , </a:t>
            </a:r>
            <a:r>
              <a:rPr lang="he-IL" dirty="0"/>
              <a:t>מספר מזהה של דף או אובייקט וכיוצא באלו</a:t>
            </a:r>
            <a:r>
              <a:rPr lang="he-IL" dirty="0" smtClean="0"/>
              <a:t>.</a:t>
            </a:r>
            <a:endParaRPr lang="en-US" dirty="0" smtClean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44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 request example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 smtClean="0"/>
          </a:p>
          <a:p>
            <a:r>
              <a:rPr lang="en-GB" dirty="0" smtClean="0">
                <a:solidFill>
                  <a:schemeClr val="tx2">
                    <a:lumMod val="50000"/>
                  </a:schemeClr>
                </a:solidFill>
              </a:rPr>
              <a:t>												</a:t>
            </a:r>
            <a:endParaRPr lang="he-IL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6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025054" y="1754297"/>
            <a:ext cx="949796" cy="696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156" y="2206629"/>
            <a:ext cx="42511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ip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7850" y="1256480"/>
            <a:ext cx="240963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http:101.5.66.45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66102" y="1256480"/>
            <a:ext cx="95571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:5000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566468" y="1234647"/>
            <a:ext cx="151996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en-US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getName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2362081" y="1696312"/>
            <a:ext cx="949796" cy="696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651002" y="2212799"/>
            <a:ext cx="71525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port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3711578" y="1738550"/>
            <a:ext cx="949796" cy="696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825682" y="2219587"/>
            <a:ext cx="88678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route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903322" y="1234647"/>
            <a:ext cx="192392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?name=</a:t>
            </a:r>
            <a:r>
              <a:rPr lang="en-US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Elad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5175523" y="1663551"/>
            <a:ext cx="949796" cy="6961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219812" y="2214577"/>
            <a:ext cx="95571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query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91" y="-31193"/>
            <a:ext cx="8346752" cy="3455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7590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6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2" grpId="0"/>
      <p:bldP spid="14" grpId="0"/>
      <p:bldP spid="16" grpId="0"/>
      <p:bldP spid="17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POST</a:t>
            </a:r>
            <a:endParaRPr lang="he-IL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lIns="0" tIns="45720" rIns="91440" bIns="45720" rtlCol="0" anchor="t">
            <a:normAutofit/>
          </a:bodyPr>
          <a:lstStyle/>
          <a:p>
            <a:pPr marL="179070" indent="-179070"/>
            <a:r>
              <a:rPr lang="en-GB" dirty="0"/>
              <a:t>POST </a:t>
            </a:r>
            <a:r>
              <a:rPr lang="he-IL" dirty="0" smtClean="0"/>
              <a:t> - </a:t>
            </a:r>
          </a:p>
          <a:p>
            <a:pPr marL="179070" indent="-179070"/>
            <a:r>
              <a:rPr lang="he-IL" dirty="0" smtClean="0"/>
              <a:t>היא </a:t>
            </a:r>
            <a:r>
              <a:rPr lang="he-IL" dirty="0"/>
              <a:t>אחת ממתודות בקשה (</a:t>
            </a:r>
            <a:r>
              <a:rPr lang="en-GB" dirty="0" smtClean="0"/>
              <a:t>request </a:t>
            </a:r>
            <a:r>
              <a:rPr lang="he-IL" dirty="0" smtClean="0"/>
              <a:t> ) משרת </a:t>
            </a:r>
            <a:r>
              <a:rPr lang="he-IL" dirty="0"/>
              <a:t>הנתמכת על ידי הפרוטוקול </a:t>
            </a:r>
            <a:r>
              <a:rPr lang="en-GB" dirty="0"/>
              <a:t>HTTP </a:t>
            </a:r>
            <a:endParaRPr lang="en-GB" dirty="0" smtClean="0"/>
          </a:p>
          <a:p>
            <a:pPr marL="179070" indent="-179070"/>
            <a:r>
              <a:rPr lang="he-IL" dirty="0" smtClean="0"/>
              <a:t>בקשה </a:t>
            </a:r>
            <a:r>
              <a:rPr lang="he-IL" dirty="0"/>
              <a:t>מסוג </a:t>
            </a:r>
            <a:r>
              <a:rPr lang="en-GB" dirty="0"/>
              <a:t>POST </a:t>
            </a:r>
            <a:r>
              <a:rPr lang="he-IL" dirty="0" smtClean="0"/>
              <a:t> מתוכננת </a:t>
            </a:r>
            <a:r>
              <a:rPr lang="he-IL" dirty="0"/>
              <a:t>לבקש משרת אינטרנט שיקבל מידע עטוף בחלק "גוף ההודעה" </a:t>
            </a:r>
            <a:r>
              <a:rPr lang="he-IL" dirty="0" smtClean="0"/>
              <a:t>  </a:t>
            </a:r>
          </a:p>
          <a:p>
            <a:pPr marL="179070" indent="-179070"/>
            <a:r>
              <a:rPr lang="en-GB" dirty="0" smtClean="0"/>
              <a:t>message's body</a:t>
            </a:r>
            <a:r>
              <a:rPr lang="he-IL" dirty="0" smtClean="0"/>
              <a:t> :משמש </a:t>
            </a:r>
            <a:r>
              <a:rPr lang="he-IL" dirty="0" smtClean="0"/>
              <a:t>להעלאת </a:t>
            </a:r>
            <a:r>
              <a:rPr lang="he-IL" dirty="0"/>
              <a:t>קובץ לשרת או למסירת </a:t>
            </a:r>
            <a:r>
              <a:rPr lang="he-IL" dirty="0" smtClean="0"/>
              <a:t>(</a:t>
            </a:r>
            <a:r>
              <a:rPr lang="en-GB" dirty="0" smtClean="0"/>
              <a:t>Submit</a:t>
            </a:r>
            <a:r>
              <a:rPr lang="he-IL" dirty="0" smtClean="0"/>
              <a:t>)</a:t>
            </a:r>
            <a:r>
              <a:rPr lang="en-GB" dirty="0" smtClean="0"/>
              <a:t> </a:t>
            </a:r>
            <a:r>
              <a:rPr lang="he-IL" dirty="0" smtClean="0"/>
              <a:t> טופס </a:t>
            </a:r>
            <a:r>
              <a:rPr lang="he-IL" dirty="0"/>
              <a:t>אינטרנטי לאחר שמילאו בו פרטים, אך ניתן להשתמש בו כדי להעביר לשרת מחרוזות טקסט </a:t>
            </a:r>
            <a:r>
              <a:rPr lang="en-US" dirty="0" err="1" smtClean="0"/>
              <a:t>jsons</a:t>
            </a:r>
            <a:r>
              <a:rPr lang="he-IL" dirty="0" smtClean="0"/>
              <a:t> ועוד.</a:t>
            </a:r>
            <a:endParaRPr lang="en-GB" dirty="0"/>
          </a:p>
        </p:txBody>
      </p:sp>
      <p:sp>
        <p:nvSpPr>
          <p:cNvPr id="2" name="מציין מיקום של מספר שקופית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5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דוגמא ל </a:t>
            </a:r>
            <a:r>
              <a:rPr lang="en-US" dirty="0" smtClean="0"/>
              <a:t>post request 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8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25" y="901051"/>
            <a:ext cx="8544873" cy="3724345"/>
          </a:xfrm>
        </p:spPr>
      </p:pic>
    </p:spTree>
    <p:extLst>
      <p:ext uri="{BB962C8B-B14F-4D97-AF65-F5344CB8AC3E}">
        <p14:creationId xmlns:p14="http://schemas.microsoft.com/office/powerpoint/2010/main" val="20680099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איך מתחילים ?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פתיחת פרויקט </a:t>
            </a:r>
            <a:r>
              <a:rPr lang="en-US" dirty="0" smtClean="0"/>
              <a:t>python</a:t>
            </a:r>
          </a:p>
          <a:p>
            <a:r>
              <a:rPr lang="he-IL" dirty="0" smtClean="0"/>
              <a:t>יצירת קובץ בשם </a:t>
            </a:r>
            <a:r>
              <a:rPr lang="en-US" dirty="0" smtClean="0"/>
              <a:t>app.py</a:t>
            </a:r>
          </a:p>
          <a:p>
            <a:r>
              <a:rPr lang="en-US" dirty="0" smtClean="0"/>
              <a:t>Pip install flask</a:t>
            </a:r>
            <a:r>
              <a:rPr lang="he-IL" dirty="0" smtClean="0"/>
              <a:t> – מוסיף מודולים של </a:t>
            </a:r>
            <a:r>
              <a:rPr lang="en-US" dirty="0" smtClean="0"/>
              <a:t>server side</a:t>
            </a:r>
          </a:p>
          <a:p>
            <a:r>
              <a:rPr lang="en-US" dirty="0" smtClean="0"/>
              <a:t>Pip install request </a:t>
            </a:r>
            <a:r>
              <a:rPr lang="he-IL" dirty="0" smtClean="0"/>
              <a:t> - מוסיף מודולים של </a:t>
            </a:r>
            <a:r>
              <a:rPr lang="en-US" dirty="0" smtClean="0"/>
              <a:t>client side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360"/>
            <a:ext cx="9144000" cy="405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612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צד שרת - </a:t>
            </a:r>
            <a:r>
              <a:rPr lang="en-US" dirty="0" smtClean="0"/>
              <a:t>Flask</a:t>
            </a:r>
            <a:endParaRPr lang="he-I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09" y="888749"/>
            <a:ext cx="7544444" cy="3636529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363336" y="2810469"/>
            <a:ext cx="115468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dirty="0" err="1" smtClean="0"/>
              <a:t>url</a:t>
            </a:r>
            <a:r>
              <a:rPr lang="en-US" dirty="0" smtClean="0"/>
              <a:t> -path</a:t>
            </a:r>
            <a:endParaRPr lang="he-IL" dirty="0"/>
          </a:p>
        </p:txBody>
      </p:sp>
      <p:sp>
        <p:nvSpPr>
          <p:cNvPr id="7" name="TextBox 6"/>
          <p:cNvSpPr txBox="1"/>
          <p:nvPr/>
        </p:nvSpPr>
        <p:spPr>
          <a:xfrm>
            <a:off x="4826787" y="2804319"/>
            <a:ext cx="183658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dirty="0" smtClean="0"/>
              <a:t>Methods -type</a:t>
            </a:r>
            <a:endParaRPr lang="he-IL" dirty="0"/>
          </a:p>
        </p:txBody>
      </p:sp>
      <p:sp>
        <p:nvSpPr>
          <p:cNvPr id="8" name="TextBox 7"/>
          <p:cNvSpPr txBox="1"/>
          <p:nvPr/>
        </p:nvSpPr>
        <p:spPr>
          <a:xfrm>
            <a:off x="3621492" y="4155946"/>
            <a:ext cx="28283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1">
            <a:spAutoFit/>
          </a:bodyPr>
          <a:lstStyle/>
          <a:p>
            <a:r>
              <a:rPr lang="en-US" dirty="0" smtClean="0"/>
              <a:t>Returned data to the user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172370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איך להפעיל את ה </a:t>
            </a:r>
            <a:r>
              <a:rPr lang="en-US" dirty="0" smtClean="0"/>
              <a:t>server </a:t>
            </a:r>
            <a:endParaRPr lang="he-I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921" y="1902220"/>
            <a:ext cx="5142857" cy="191556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960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איך </a:t>
            </a:r>
            <a:r>
              <a:rPr lang="he-IL" dirty="0" err="1" smtClean="0"/>
              <a:t>הכל</a:t>
            </a:r>
            <a:r>
              <a:rPr lang="he-IL" dirty="0" smtClean="0"/>
              <a:t> נראה ביחד </a:t>
            </a:r>
            <a:endParaRPr lang="he-IL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069218"/>
            <a:ext cx="8547100" cy="332732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2177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Client Side   </a:t>
            </a:r>
            <a:endParaRPr lang="he-IL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6553" y="0"/>
            <a:ext cx="535677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686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 client side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14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41" y="981075"/>
            <a:ext cx="7282018" cy="3503613"/>
          </a:xfrm>
        </p:spPr>
      </p:pic>
      <p:cxnSp>
        <p:nvCxnSpPr>
          <p:cNvPr id="11" name="Straight Arrow Connector 10"/>
          <p:cNvCxnSpPr/>
          <p:nvPr/>
        </p:nvCxnSpPr>
        <p:spPr>
          <a:xfrm flipH="1">
            <a:off x="2269314" y="2235942"/>
            <a:ext cx="3303854" cy="104788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59468" y="1866610"/>
            <a:ext cx="254964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Response from server</a:t>
            </a:r>
            <a:endParaRPr lang="he-I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3220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93" y="2429798"/>
            <a:ext cx="1542857" cy="21904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BC413-7E99-4ACB-B45A-2066C78CC543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50" y="2429798"/>
            <a:ext cx="2809055" cy="219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3905" y="2429798"/>
            <a:ext cx="2580952" cy="2285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25" y="2429798"/>
            <a:ext cx="7638095" cy="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310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7.01.25"/>
  <p:tag name="AS_TITLE" val="Aspose.Slides for .NET 4.0"/>
  <p:tag name="AS_VERSION" val="17.1"/>
</p:tagLst>
</file>

<file path=ppt/theme/theme1.xml><?xml version="1.0" encoding="utf-8"?>
<a:theme xmlns:a="http://schemas.openxmlformats.org/drawingml/2006/main" name="4_Office Theme">
  <a:themeElements>
    <a:clrScheme name="RAFAEL">
      <a:dk1>
        <a:srgbClr val="00395E"/>
      </a:dk1>
      <a:lt1>
        <a:srgbClr val="FFFFFF"/>
      </a:lt1>
      <a:dk2>
        <a:srgbClr val="656565"/>
      </a:dk2>
      <a:lt2>
        <a:srgbClr val="D1D8DD"/>
      </a:lt2>
      <a:accent1>
        <a:srgbClr val="0061A1"/>
      </a:accent1>
      <a:accent2>
        <a:srgbClr val="57B7E0"/>
      </a:accent2>
      <a:accent3>
        <a:srgbClr val="4B8B2D"/>
      </a:accent3>
      <a:accent4>
        <a:srgbClr val="94B114"/>
      </a:accent4>
      <a:accent5>
        <a:srgbClr val="463361"/>
      </a:accent5>
      <a:accent6>
        <a:srgbClr val="8E7CA7"/>
      </a:accent6>
      <a:hlink>
        <a:srgbClr val="0061A1"/>
      </a:hlink>
      <a:folHlink>
        <a:srgbClr val="0061A1"/>
      </a:folHlink>
    </a:clrScheme>
    <a:fontScheme name="Office קלאסי 2">
      <a:majorFont>
        <a:latin typeface="Arial"/>
        <a:ea typeface="Arial"/>
        <a:cs typeface="Arial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2286</TotalTime>
  <Words>233</Words>
  <Application>Microsoft Office PowerPoint</Application>
  <PresentationFormat>On-screen Show (16:9)</PresentationFormat>
  <Paragraphs>60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4_Office Theme</vt:lpstr>
      <vt:lpstr>Custom Design</vt:lpstr>
      <vt:lpstr>קורס פייתון לתחום הנדסת בדיקות בינת קרב</vt:lpstr>
      <vt:lpstr>REST API </vt:lpstr>
      <vt:lpstr>PowerPoint Presentation</vt:lpstr>
      <vt:lpstr>PowerPoint Presentation</vt:lpstr>
      <vt:lpstr>GET</vt:lpstr>
      <vt:lpstr>Get request example</vt:lpstr>
      <vt:lpstr>POST</vt:lpstr>
      <vt:lpstr>דוגמא ל post request </vt:lpstr>
      <vt:lpstr>איך מתחילים ?</vt:lpstr>
      <vt:lpstr>צד שרת - Flask</vt:lpstr>
      <vt:lpstr>איך להפעיל את ה server </vt:lpstr>
      <vt:lpstr>איך הכל נראה ביחד </vt:lpstr>
      <vt:lpstr>Client Side   </vt:lpstr>
      <vt:lpstr>Post client side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קורס</dc:title>
  <cp:lastModifiedBy>ELAD OR</cp:lastModifiedBy>
  <cp:revision>28</cp:revision>
  <dcterms:created xsi:type="dcterms:W3CDTF">2013-04-22T09:47:17Z</dcterms:created>
  <dcterms:modified xsi:type="dcterms:W3CDTF">2019-03-13T13:22:56Z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1727695338</vt:i4>
  </property>
  <property fmtid="{D5CDD505-2E9C-101B-9397-08002B2CF9AE}" pid="3" name="_NewReviewCycle">
    <vt:lpwstr/>
  </property>
  <property fmtid="{D5CDD505-2E9C-101B-9397-08002B2CF9AE}" pid="4" name="_EmailSubject">
    <vt:lpwstr>פורמט מצגת לקורס PYTHON</vt:lpwstr>
  </property>
  <property fmtid="{D5CDD505-2E9C-101B-9397-08002B2CF9AE}" pid="5" name="_AuthorEmail">
    <vt:lpwstr>DARIAE@rafael.co.il</vt:lpwstr>
  </property>
  <property fmtid="{D5CDD505-2E9C-101B-9397-08002B2CF9AE}" pid="6" name="_AuthorEmailDisplayName">
    <vt:lpwstr>DARIA Gohler</vt:lpwstr>
  </property>
</Properties>
</file>